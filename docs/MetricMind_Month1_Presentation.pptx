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6070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MetricMind</a:t>
            </a:r>
          </a:p>
          <a:p>
            <a:pPr>
              <a:defRPr sz="2600">
                <a:solidFill>
                  <a:srgbClr val="DBEAFE"/>
                </a:solidFill>
              </a:defRPr>
            </a:pPr>
            <a:r>
              <a:t>Month 1 Project Presentation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Governed Conversational Business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60196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55B"/>
                </a:solidFill>
              </a:defRPr>
            </a:pPr>
            <a:r>
              <a:t>The 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Unrestricted text-to-SQL can hallucinate joins and formulas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Different teams can receive different answers for the same KPI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Finance and sales need transparent, repeatable, governed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60196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55B"/>
                </a:solidFill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Natural language is converted into a structured intent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Only approved metrics, dimensions, and filters are allowed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The UI exposes the semantic payload used to generate the answer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60196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55B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Synthetic CSV data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YAML semantic layer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Deterministic intent parser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Python semantic query engine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Streamlit and Plotly interface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JSONL audit log and automated tests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60196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pic>
        <p:nvPicPr>
          <p:cNvPr id="6" name="Picture 5" descr="regional_mar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38912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55B"/>
                </a:solidFill>
              </a:defRPr>
            </a:pPr>
            <a:r>
              <a:t>Month 1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Revenue, cost, profit, and margin metrics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Quarter, region, country, product, and channel dimensions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Summary KPI queries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Regional and country breakdowns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Margin root-cause analysis by cost driver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60196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55B"/>
                </a:solidFill>
              </a:defRPr>
            </a:pPr>
            <a:r>
              <a:t>Data and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24,123 synthetic daily sales records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$445,617,932 total revenue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$182,653,545 total profit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41.0% overall margin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60196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pic>
        <p:nvPicPr>
          <p:cNvPr id="6" name="Picture 5" descr="quarterly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280160"/>
            <a:ext cx="4846320" cy="24231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55B"/>
                </a:solidFill>
              </a:defRPr>
            </a:pPr>
            <a:r>
              <a:t>Governance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Approved metric definitions in metrics.yml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Allowed filters and maximum row limit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No arbitrary SQL generation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Audit event written for every query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Repeatability verified with automated tests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60196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55B"/>
                </a:solidFill>
              </a:defRPr>
            </a:pPr>
            <a: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3 automated tests passed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Repeated Q3 revenue queries return the same value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European country breakdown applies the correct region filter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Margin output is validated to remain between 0 and 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60196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55B"/>
                </a:solidFill>
              </a:defRPr>
            </a:pPr>
            <a:r>
              <a:t>Demo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Show Q3 2025 revenue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Show European sales by country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Why did European margins drop last quarter?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Compare revenue by region in Q4 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60196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55B"/>
                </a:solidFill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Month 2 — Cube or dbt Semantic Layer and FastAPI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Month 3 — LLM function calling with schema constraints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Month 4 — database audit store and user authentication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Month 5 — Docker deployment and production monitoring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60196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55B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MetricMind makes analytics more trustworthy by governing the metric layer first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The Month 1 MVP is reproducible, testable, and GitHub-ready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The architecture can grow into an enterprise conversational BI product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60196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